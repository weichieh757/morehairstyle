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0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58"/>
  </p:normalViewPr>
  <p:slideViewPr>
    <p:cSldViewPr snapToGrid="0">
      <p:cViewPr>
        <p:scale>
          <a:sx n="78" d="100"/>
          <a:sy n="78" d="100"/>
        </p:scale>
        <p:origin x="68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D8DE37-B989-AC37-1C08-A24531374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D3D0A49-514F-E67C-94DC-E8C3705C8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AFBA45-CD8F-7BF4-A978-F8FA0A72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41E7C8-F1C6-8F53-082C-3D6A1915A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4A2423-D9E9-61D7-92C2-73B340BEE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43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1BFB56-78A3-66CC-4FE9-DD29AB26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9BE74E-E3CC-A168-D874-91D45D8DC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A56D83-882E-3033-D96D-192936B2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B04ACB-FD79-5052-7274-1311E238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39F75C-C637-70BF-460B-93C732F5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64366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E5263A-3FCC-2588-0307-8D0233BDB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142BEE-FB65-DC18-F1CA-3413C7D85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D2F4E7-ACDB-5FBE-2C1E-38D558213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F27615-A3A1-5465-2281-875B576E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26A322-01EC-0016-24CC-E3CF6ADBD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735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D8158E-C769-EC17-507E-923E8220C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9B7EA5-37E4-D3AB-F5F7-5519B9CD2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3BD479-5D81-DE43-9777-F0078BA18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59305BF-C887-FD91-7811-25C5A021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5A0D55C-8EFA-FB2F-DD55-A5E8C1FB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B623553-C5C7-1940-F251-E6F869F5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20275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FD9AEB-B733-E31D-F634-1EB92A31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6EA591-DF0E-9FEA-B406-8CBBA54FC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3ED41AD-B71C-2D7B-AD39-3D1661EA2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FEC012B-E3C0-803A-E7CF-5398B3C08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6BE9523-4E96-2CBE-A234-7E6879DFF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1F2E8B9-D251-DCF4-A9EB-780F6F2A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2026/1/28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51032D-8A08-AFB7-A492-326A48913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A33199E-572D-427A-A2AA-DFF4D1BE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36056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073DB3-2479-5904-5A35-224FFB746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546722-C8B5-BCA5-4ED0-EB5568FB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2026/1/28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C8CBC89-1BBA-23CB-40EB-E2666E05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5F974CC-DA21-063B-6F1E-36AE2F3A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1185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A0B6BAE-79DE-7DCA-5B58-99E1B2750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2026/1/28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F5B7DB4-F514-6EF4-606B-0EB217AC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9AC8D5-C8EE-5BB3-F826-782CC341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7028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3954D5-D765-BA45-C4AC-D5DB9963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C7511D-FDF4-D5CB-E61D-5E3E7B5B4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ADB73E6-6494-60B6-24BE-E741115B7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92A0ED-65D2-DEE8-5208-86663CBE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F930CB-E533-54E6-27D1-E605F971C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F0C1D4-43EB-5BE2-F4A6-E809B8E4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448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B10672-AD74-437A-9604-70885341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3A9354E-C59A-55C5-1972-23ADA488E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0E1F3B-381D-80F3-F22F-E2A851372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44FA5D-0020-438C-FF0C-050CCF67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F01C874-BEEB-D25D-8A25-DF2EF07F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182B00-F741-D2B0-C740-2EA682C6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8363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9C9862-A213-F0EE-D7B5-23BBF43A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700FD5D-FF30-CF1C-FC1B-9258425E3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A2F039-661B-4BAD-C203-27588EFF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F636B4-DD33-EEDF-B7F2-E5CA61D9E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D023ED-3EC8-7B0D-C63F-F963A4FD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062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D25DE68-26AA-80DA-8B85-4E20E3E3A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A6DADAE-E73D-6E87-934B-916B6ECB4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3F83BD-C971-49AD-60FB-F370E241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F06F-066A-C251-22E1-A6909543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4D0456-23B3-051D-1D5B-0A25F76A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1529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CCC178C-2D01-456E-3B3A-03642B1DB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F012FF2-0B04-68C5-00B6-598626471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925107-105E-148C-C098-DE45BA6B7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81EC2-38A6-CD47-B590-C2822F53E89B}" type="datetimeFigureOut">
              <a:rPr kumimoji="1" lang="zh-TW" altLang="en-US" smtClean="0"/>
              <a:t>2026/1/28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EBEDD5-2F03-0017-CE1F-F34291EC6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561AAC-436A-2065-52D5-6A1DF25F2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187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F7F900-D620-F373-378C-9884C59CB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00" y="1563457"/>
            <a:ext cx="6068290" cy="2013671"/>
          </a:xfrm>
        </p:spPr>
        <p:txBody>
          <a:bodyPr anchor="ctr">
            <a:noAutofit/>
          </a:bodyPr>
          <a:lstStyle/>
          <a:p>
            <a:pPr algn="r"/>
            <a:r>
              <a:rPr kumimoji="1" lang="en-US" altLang="zh-TW" sz="14000" b="1" dirty="0">
                <a:latin typeface=""/>
                <a:ea typeface="Hannotate TC" panose="03000500000000000000" pitchFamily="66" charset="-120"/>
              </a:rPr>
              <a:t>STYLE</a:t>
            </a:r>
            <a:endParaRPr kumimoji="1" lang="zh-TW" altLang="en-US" sz="14000" b="1" dirty="0">
              <a:latin typeface=""/>
              <a:ea typeface="Hannotate TC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ED63D7E-0B7A-1D20-CCAA-7C4CE3E148C4}"/>
              </a:ext>
            </a:extLst>
          </p:cNvPr>
          <p:cNvSpPr txBox="1"/>
          <p:nvPr/>
        </p:nvSpPr>
        <p:spPr>
          <a:xfrm>
            <a:off x="6664035" y="3593638"/>
            <a:ext cx="4585855" cy="17293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kumimoji="1" sz="14000" b="1">
                <a:latin typeface=""/>
                <a:ea typeface="Hannotate TC" panose="03000500000000000000" pitchFamily="66" charset="-120"/>
                <a:cs typeface="+mj-cs"/>
              </a:defRPr>
            </a:lvl1pPr>
          </a:lstStyle>
          <a:p>
            <a:pPr algn="r"/>
            <a:r>
              <a:rPr lang="en-US" altLang="zh-TW" dirty="0"/>
              <a:t>MO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6602CB2-CAA4-4BFD-A622-EF8CE5474348}"/>
              </a:ext>
            </a:extLst>
          </p:cNvPr>
          <p:cNvSpPr txBox="1"/>
          <p:nvPr/>
        </p:nvSpPr>
        <p:spPr>
          <a:xfrm>
            <a:off x="1413163" y="3593638"/>
            <a:ext cx="4710545" cy="1729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kumimoji="1" sz="6000" b="1">
                <a:latin typeface=""/>
                <a:ea typeface="Hannotate TC" panose="03000500000000000000" pitchFamily="66" charset="-120"/>
                <a:cs typeface="+mj-cs"/>
              </a:defRPr>
            </a:lvl1pPr>
          </a:lstStyle>
          <a:p>
            <a:pPr algn="l"/>
            <a:r>
              <a:rPr lang="en-US" altLang="zh-TW" sz="14000" dirty="0"/>
              <a:t>HAIR</a:t>
            </a:r>
            <a:endParaRPr lang="zh-TW" altLang="en-US" sz="14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F180BAA-8B08-E022-645E-8FE0FB542F12}"/>
              </a:ext>
            </a:extLst>
          </p:cNvPr>
          <p:cNvSpPr txBox="1"/>
          <p:nvPr/>
        </p:nvSpPr>
        <p:spPr>
          <a:xfrm>
            <a:off x="1413163" y="1699644"/>
            <a:ext cx="3089564" cy="17293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kumimoji="1" sz="6000" b="1">
                <a:latin typeface=""/>
                <a:ea typeface="Hannotate TC" panose="03000500000000000000" pitchFamily="66" charset="-120"/>
                <a:cs typeface="+mj-cs"/>
              </a:defRPr>
            </a:lvl1pPr>
          </a:lstStyle>
          <a:p>
            <a:pPr algn="l"/>
            <a:r>
              <a:rPr lang="en-US" altLang="zh-TW" sz="14000" dirty="0"/>
              <a:t>MO </a:t>
            </a:r>
            <a:endParaRPr lang="zh-TW" altLang="en-US" sz="14000" dirty="0"/>
          </a:p>
        </p:txBody>
      </p:sp>
    </p:spTree>
    <p:extLst>
      <p:ext uri="{BB962C8B-B14F-4D97-AF65-F5344CB8AC3E}">
        <p14:creationId xmlns:p14="http://schemas.microsoft.com/office/powerpoint/2010/main" val="1663224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C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9BBC6-3209-518B-8F78-55B44540C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手繪多邊形 3">
            <a:extLst>
              <a:ext uri="{FF2B5EF4-FFF2-40B4-BE49-F238E27FC236}">
                <a16:creationId xmlns:a16="http://schemas.microsoft.com/office/drawing/2014/main" id="{7A634E99-D188-ACBC-D03C-0C5ED6F3A2ED}"/>
              </a:ext>
            </a:extLst>
          </p:cNvPr>
          <p:cNvSpPr/>
          <p:nvPr/>
        </p:nvSpPr>
        <p:spPr>
          <a:xfrm rot="1502715">
            <a:off x="66269" y="-2027320"/>
            <a:ext cx="1139077" cy="4572000"/>
          </a:xfrm>
          <a:custGeom>
            <a:avLst/>
            <a:gdLst>
              <a:gd name="csX0" fmla="*/ 1039091 w 1139077"/>
              <a:gd name="csY0" fmla="*/ 0 h 4572000"/>
              <a:gd name="csX1" fmla="*/ 1039091 w 1139077"/>
              <a:gd name="csY1" fmla="*/ 3297381 h 4572000"/>
              <a:gd name="csX2" fmla="*/ 0 w 1139077"/>
              <a:gd name="csY2" fmla="*/ 4572000 h 457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39077" h="4572000" extrusionOk="0">
                <a:moveTo>
                  <a:pt x="1039091" y="0"/>
                </a:moveTo>
                <a:cubicBezTo>
                  <a:pt x="1110863" y="1258549"/>
                  <a:pt x="1136539" y="2563805"/>
                  <a:pt x="1039091" y="3297381"/>
                </a:cubicBezTo>
                <a:cubicBezTo>
                  <a:pt x="931189" y="4073124"/>
                  <a:pt x="232812" y="4216747"/>
                  <a:pt x="0" y="4572000"/>
                </a:cubicBezTo>
              </a:path>
            </a:pathLst>
          </a:custGeom>
          <a:noFill/>
          <a:ln w="76200" cap="rnd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1039091 w 1139077"/>
                      <a:gd name="csY0" fmla="*/ 0 h 4572000"/>
                      <a:gd name="csX1" fmla="*/ 1039091 w 1139077"/>
                      <a:gd name="csY1" fmla="*/ 3297381 h 4572000"/>
                      <a:gd name="csX2" fmla="*/ 0 w 1139077"/>
                      <a:gd name="csY2" fmla="*/ 4572000 h 4572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139077" h="4572000">
                        <a:moveTo>
                          <a:pt x="1039091" y="0"/>
                        </a:moveTo>
                        <a:cubicBezTo>
                          <a:pt x="1125682" y="1267690"/>
                          <a:pt x="1212273" y="2535381"/>
                          <a:pt x="1039091" y="3297381"/>
                        </a:cubicBezTo>
                        <a:cubicBezTo>
                          <a:pt x="865909" y="4059381"/>
                          <a:pt x="316345" y="4214091"/>
                          <a:pt x="0" y="457200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手繪多邊形 21">
            <a:extLst>
              <a:ext uri="{FF2B5EF4-FFF2-40B4-BE49-F238E27FC236}">
                <a16:creationId xmlns:a16="http://schemas.microsoft.com/office/drawing/2014/main" id="{B8A0C406-DA3C-6E2B-D729-C8219BB782E7}"/>
              </a:ext>
            </a:extLst>
          </p:cNvPr>
          <p:cNvSpPr/>
          <p:nvPr/>
        </p:nvSpPr>
        <p:spPr>
          <a:xfrm>
            <a:off x="13855" y="-1219200"/>
            <a:ext cx="6054436" cy="7010400"/>
          </a:xfrm>
          <a:custGeom>
            <a:avLst/>
            <a:gdLst>
              <a:gd name="csX0" fmla="*/ 0 w 6054436"/>
              <a:gd name="csY0" fmla="*/ 7010400 h 7010400"/>
              <a:gd name="csX1" fmla="*/ 817418 w 6054436"/>
              <a:gd name="csY1" fmla="*/ 5735782 h 7010400"/>
              <a:gd name="csX2" fmla="*/ 1482436 w 6054436"/>
              <a:gd name="csY2" fmla="*/ 2978727 h 7010400"/>
              <a:gd name="csX3" fmla="*/ 4821381 w 6054436"/>
              <a:gd name="csY3" fmla="*/ 2064327 h 7010400"/>
              <a:gd name="csX4" fmla="*/ 6054436 w 6054436"/>
              <a:gd name="csY4" fmla="*/ 0 h 701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4436" h="7010400">
                <a:moveTo>
                  <a:pt x="0" y="7010400"/>
                </a:moveTo>
                <a:cubicBezTo>
                  <a:pt x="285172" y="6709063"/>
                  <a:pt x="570345" y="6407727"/>
                  <a:pt x="817418" y="5735782"/>
                </a:cubicBezTo>
                <a:cubicBezTo>
                  <a:pt x="1064491" y="5063837"/>
                  <a:pt x="815109" y="3590636"/>
                  <a:pt x="1482436" y="2978727"/>
                </a:cubicBezTo>
                <a:cubicBezTo>
                  <a:pt x="2149763" y="2366818"/>
                  <a:pt x="4059381" y="2560781"/>
                  <a:pt x="4821381" y="2064327"/>
                </a:cubicBezTo>
                <a:cubicBezTo>
                  <a:pt x="5583381" y="1567873"/>
                  <a:pt x="5818908" y="783936"/>
                  <a:pt x="6054436" y="0"/>
                </a:cubicBezTo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手繪多邊形 22">
            <a:extLst>
              <a:ext uri="{FF2B5EF4-FFF2-40B4-BE49-F238E27FC236}">
                <a16:creationId xmlns:a16="http://schemas.microsoft.com/office/drawing/2014/main" id="{2097D3F8-AC5B-86CB-5C4D-48C49A3C9965}"/>
              </a:ext>
            </a:extLst>
          </p:cNvPr>
          <p:cNvSpPr/>
          <p:nvPr/>
        </p:nvSpPr>
        <p:spPr>
          <a:xfrm>
            <a:off x="1704109" y="-290945"/>
            <a:ext cx="5694218" cy="7135090"/>
          </a:xfrm>
          <a:custGeom>
            <a:avLst/>
            <a:gdLst>
              <a:gd name="csX0" fmla="*/ 0 w 5694218"/>
              <a:gd name="csY0" fmla="*/ 7135090 h 7135090"/>
              <a:gd name="csX1" fmla="*/ 498764 w 5694218"/>
              <a:gd name="csY1" fmla="*/ 6137563 h 7135090"/>
              <a:gd name="csX2" fmla="*/ 2535382 w 5694218"/>
              <a:gd name="csY2" fmla="*/ 4973781 h 7135090"/>
              <a:gd name="csX3" fmla="*/ 5694218 w 5694218"/>
              <a:gd name="csY3" fmla="*/ 0 h 71350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94218" h="7135090">
                <a:moveTo>
                  <a:pt x="0" y="7135090"/>
                </a:moveTo>
                <a:cubicBezTo>
                  <a:pt x="38100" y="6816435"/>
                  <a:pt x="76200" y="6497781"/>
                  <a:pt x="498764" y="6137563"/>
                </a:cubicBezTo>
                <a:cubicBezTo>
                  <a:pt x="921328" y="5777345"/>
                  <a:pt x="1669473" y="5996708"/>
                  <a:pt x="2535382" y="4973781"/>
                </a:cubicBezTo>
                <a:cubicBezTo>
                  <a:pt x="3401291" y="3950854"/>
                  <a:pt x="4547754" y="1975427"/>
                  <a:pt x="5694218" y="0"/>
                </a:cubicBezTo>
              </a:path>
            </a:pathLst>
          </a:cu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手繪多邊形 16">
            <a:extLst>
              <a:ext uri="{FF2B5EF4-FFF2-40B4-BE49-F238E27FC236}">
                <a16:creationId xmlns:a16="http://schemas.microsoft.com/office/drawing/2014/main" id="{50F503D9-632F-5D2F-620E-7EE606BFAFEF}"/>
              </a:ext>
            </a:extLst>
          </p:cNvPr>
          <p:cNvSpPr/>
          <p:nvPr/>
        </p:nvSpPr>
        <p:spPr>
          <a:xfrm>
            <a:off x="7803112" y="3123830"/>
            <a:ext cx="4918364" cy="3754582"/>
          </a:xfrm>
          <a:custGeom>
            <a:avLst/>
            <a:gdLst>
              <a:gd name="csX0" fmla="*/ 0 w 4918364"/>
              <a:gd name="csY0" fmla="*/ 3754582 h 3754582"/>
              <a:gd name="csX1" fmla="*/ 1925782 w 4918364"/>
              <a:gd name="csY1" fmla="*/ 554182 h 3754582"/>
              <a:gd name="csX2" fmla="*/ 4918364 w 4918364"/>
              <a:gd name="csY2" fmla="*/ 0 h 3754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18364" h="3754582">
                <a:moveTo>
                  <a:pt x="0" y="3754582"/>
                </a:moveTo>
                <a:cubicBezTo>
                  <a:pt x="553027" y="2467264"/>
                  <a:pt x="1106055" y="1179946"/>
                  <a:pt x="1925782" y="554182"/>
                </a:cubicBezTo>
                <a:cubicBezTo>
                  <a:pt x="2745509" y="-71582"/>
                  <a:pt x="4410364" y="55418"/>
                  <a:pt x="4918364" y="0"/>
                </a:cubicBezTo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手繪多邊形 13">
            <a:extLst>
              <a:ext uri="{FF2B5EF4-FFF2-40B4-BE49-F238E27FC236}">
                <a16:creationId xmlns:a16="http://schemas.microsoft.com/office/drawing/2014/main" id="{DDCD39F1-9949-DDE6-D9B6-4E17B13E8FDF}"/>
              </a:ext>
            </a:extLst>
          </p:cNvPr>
          <p:cNvSpPr/>
          <p:nvPr/>
        </p:nvSpPr>
        <p:spPr>
          <a:xfrm>
            <a:off x="8662093" y="5092970"/>
            <a:ext cx="3685309" cy="1981200"/>
          </a:xfrm>
          <a:custGeom>
            <a:avLst/>
            <a:gdLst>
              <a:gd name="csX0" fmla="*/ 0 w 3685309"/>
              <a:gd name="csY0" fmla="*/ 1981200 h 1981200"/>
              <a:gd name="csX1" fmla="*/ 1025236 w 3685309"/>
              <a:gd name="csY1" fmla="*/ 942109 h 1981200"/>
              <a:gd name="csX2" fmla="*/ 3685309 w 3685309"/>
              <a:gd name="csY2" fmla="*/ 0 h 198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85309" h="1981200">
                <a:moveTo>
                  <a:pt x="0" y="1981200"/>
                </a:moveTo>
                <a:cubicBezTo>
                  <a:pt x="205509" y="1626754"/>
                  <a:pt x="411018" y="1272309"/>
                  <a:pt x="1025236" y="942109"/>
                </a:cubicBezTo>
                <a:cubicBezTo>
                  <a:pt x="1639454" y="611909"/>
                  <a:pt x="2662381" y="305954"/>
                  <a:pt x="3685309" y="0"/>
                </a:cubicBezTo>
              </a:path>
            </a:pathLst>
          </a:cu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053BAB4-BE2E-F0D2-24C5-AEBBB839786B}"/>
              </a:ext>
            </a:extLst>
          </p:cNvPr>
          <p:cNvSpPr txBox="1"/>
          <p:nvPr/>
        </p:nvSpPr>
        <p:spPr>
          <a:xfrm>
            <a:off x="584894" y="3569760"/>
            <a:ext cx="10661927" cy="1729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kumimoji="1" sz="6000" b="1">
                <a:latin typeface=""/>
                <a:ea typeface="Hannotate TC" panose="03000500000000000000" pitchFamily="66" charset="-120"/>
                <a:cs typeface="+mj-cs"/>
              </a:defRPr>
            </a:lvl1pPr>
          </a:lstStyle>
          <a:p>
            <a:pPr algn="l"/>
            <a:r>
              <a:rPr lang="en-US" altLang="zh-TW" sz="14000" dirty="0"/>
              <a:t>HAIRSTYLE</a:t>
            </a:r>
            <a:endParaRPr lang="zh-TW" altLang="en-US" sz="14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6B69731-A9D6-6753-D833-0BB239AA3ECB}"/>
              </a:ext>
            </a:extLst>
          </p:cNvPr>
          <p:cNvSpPr txBox="1"/>
          <p:nvPr/>
        </p:nvSpPr>
        <p:spPr>
          <a:xfrm>
            <a:off x="555610" y="1675766"/>
            <a:ext cx="6120706" cy="17293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kumimoji="1" sz="6000" b="1">
                <a:latin typeface=""/>
                <a:ea typeface="Hannotate TC" panose="03000500000000000000" pitchFamily="66" charset="-120"/>
                <a:cs typeface="+mj-cs"/>
              </a:defRPr>
            </a:lvl1pPr>
          </a:lstStyle>
          <a:p>
            <a:pPr algn="l"/>
            <a:r>
              <a:rPr lang="en-US" altLang="zh-TW" sz="14000" dirty="0"/>
              <a:t>MORE </a:t>
            </a:r>
            <a:endParaRPr lang="zh-TW" altLang="en-US" sz="14000" dirty="0"/>
          </a:p>
        </p:txBody>
      </p:sp>
      <p:sp>
        <p:nvSpPr>
          <p:cNvPr id="24" name="手繪多邊形 23">
            <a:extLst>
              <a:ext uri="{FF2B5EF4-FFF2-40B4-BE49-F238E27FC236}">
                <a16:creationId xmlns:a16="http://schemas.microsoft.com/office/drawing/2014/main" id="{3D0EF37F-D87B-0ECC-25D1-08A2A5DF7968}"/>
              </a:ext>
            </a:extLst>
          </p:cNvPr>
          <p:cNvSpPr/>
          <p:nvPr/>
        </p:nvSpPr>
        <p:spPr>
          <a:xfrm>
            <a:off x="3380509" y="5826484"/>
            <a:ext cx="3325091" cy="1073080"/>
          </a:xfrm>
          <a:custGeom>
            <a:avLst/>
            <a:gdLst>
              <a:gd name="csX0" fmla="*/ 0 w 3325091"/>
              <a:gd name="csY0" fmla="*/ 1017661 h 1073080"/>
              <a:gd name="csX1" fmla="*/ 1039091 w 3325091"/>
              <a:gd name="csY1" fmla="*/ 130971 h 1073080"/>
              <a:gd name="csX2" fmla="*/ 2355273 w 3325091"/>
              <a:gd name="csY2" fmla="*/ 103261 h 1073080"/>
              <a:gd name="csX3" fmla="*/ 3325091 w 3325091"/>
              <a:gd name="csY3" fmla="*/ 1073080 h 1073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25091" h="1073080">
                <a:moveTo>
                  <a:pt x="0" y="1017661"/>
                </a:moveTo>
                <a:cubicBezTo>
                  <a:pt x="323273" y="650516"/>
                  <a:pt x="646546" y="283371"/>
                  <a:pt x="1039091" y="130971"/>
                </a:cubicBezTo>
                <a:cubicBezTo>
                  <a:pt x="1431636" y="-21429"/>
                  <a:pt x="1974273" y="-53757"/>
                  <a:pt x="2355273" y="103261"/>
                </a:cubicBezTo>
                <a:cubicBezTo>
                  <a:pt x="2736273" y="260279"/>
                  <a:pt x="3030682" y="666679"/>
                  <a:pt x="3325091" y="1073080"/>
                </a:cubicBezTo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手繪多邊形 24">
            <a:extLst>
              <a:ext uri="{FF2B5EF4-FFF2-40B4-BE49-F238E27FC236}">
                <a16:creationId xmlns:a16="http://schemas.microsoft.com/office/drawing/2014/main" id="{08D54480-59B7-958E-4BE2-C3CC5D1B7F9A}"/>
              </a:ext>
            </a:extLst>
          </p:cNvPr>
          <p:cNvSpPr/>
          <p:nvPr/>
        </p:nvSpPr>
        <p:spPr>
          <a:xfrm>
            <a:off x="9005455" y="0"/>
            <a:ext cx="3408218" cy="1967345"/>
          </a:xfrm>
          <a:custGeom>
            <a:avLst/>
            <a:gdLst>
              <a:gd name="csX0" fmla="*/ 0 w 3408218"/>
              <a:gd name="csY0" fmla="*/ 0 h 1967345"/>
              <a:gd name="csX1" fmla="*/ 1510145 w 3408218"/>
              <a:gd name="csY1" fmla="*/ 955964 h 1967345"/>
              <a:gd name="csX2" fmla="*/ 2549236 w 3408218"/>
              <a:gd name="csY2" fmla="*/ 900545 h 1967345"/>
              <a:gd name="csX3" fmla="*/ 3408218 w 3408218"/>
              <a:gd name="csY3" fmla="*/ 1967345 h 19673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08218" h="1967345">
                <a:moveTo>
                  <a:pt x="0" y="0"/>
                </a:moveTo>
                <a:cubicBezTo>
                  <a:pt x="542636" y="402936"/>
                  <a:pt x="1085272" y="805873"/>
                  <a:pt x="1510145" y="955964"/>
                </a:cubicBezTo>
                <a:cubicBezTo>
                  <a:pt x="1935018" y="1106055"/>
                  <a:pt x="2232891" y="731982"/>
                  <a:pt x="2549236" y="900545"/>
                </a:cubicBezTo>
                <a:cubicBezTo>
                  <a:pt x="2865581" y="1069108"/>
                  <a:pt x="3338945" y="1759527"/>
                  <a:pt x="3408218" y="1967345"/>
                </a:cubicBezTo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0141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</Words>
  <Application>Microsoft Macintosh PowerPoint</Application>
  <PresentationFormat>寬螢幕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STYLE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煒傑 陳</dc:creator>
  <cp:lastModifiedBy>煒傑 陳</cp:lastModifiedBy>
  <cp:revision>2</cp:revision>
  <cp:lastPrinted>2026-01-28T12:35:16Z</cp:lastPrinted>
  <dcterms:created xsi:type="dcterms:W3CDTF">2026-01-23T07:59:48Z</dcterms:created>
  <dcterms:modified xsi:type="dcterms:W3CDTF">2026-01-28T12:35:17Z</dcterms:modified>
</cp:coreProperties>
</file>