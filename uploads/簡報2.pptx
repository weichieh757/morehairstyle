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2" d="100"/>
          <a:sy n="102" d="100"/>
        </p:scale>
        <p:origin x="1048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EB4DD7A-D644-0445-1FF0-3590A20A7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9FDBD6D-AFA1-FBF1-D881-D785D2DD7E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73F34F-1997-B1C9-8451-8AA1585A6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D6A0EE6-A768-0CB1-6245-2F2DB52E2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B23BC05-C129-AB60-2F3D-DA6313DBD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5870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94F453-098A-9A04-3DF9-E5634CAFD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F425AA-5628-FE5A-EF62-AC1EC6DAB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B311298-84C8-15DC-0CC0-0C5194897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8492C4C-40B1-9503-DB02-D9E94A089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37CF62-7A87-1976-4108-AD6339FCD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175227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F74C25-2F16-0726-8CDB-826E9C785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81D0ED5-0C54-3D44-6214-224300708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230A9C6-AF5B-FC6F-C622-2C7841539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91541AE-592B-0525-F7EF-DF4EC11F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698895-0380-BEE6-80DB-ACB84B90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6719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8A866D-B0A6-5B93-CD5A-6CF86E4E6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5B56E1E-BBE2-624B-600F-2DF26AECA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A94A43D-3B8B-AEA1-0237-A223A3E69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7250597-8F60-BD50-47FB-6308D9D84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BA906-36F3-ACDD-1682-88407444B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2764A54-B062-67AC-0D9D-CD6AEE754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2160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E332C0-8AA1-69E5-A757-1C619A3D3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821618B-1EF5-D71E-1524-A1D4DFF9A4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F255A7-DA11-2055-3471-7299BA7EB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909A04E-95DD-7365-02E1-3487617943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B084EAC-9449-C3FD-D11C-C14018ED20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EC7C076E-87C1-368B-1D62-CE530D1D3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5AEEFA9-3A2D-EED6-9976-F8F49434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BF73E70-1D01-A6B9-6290-E6155B8E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24001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DD6FFE-BE95-9D4D-026C-61973C0C5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3CD533-5765-EA3A-E8D0-C6CFE2031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26F62E0-CFAB-60AB-FDC3-3FE907242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450FE6-5FD5-5A8B-FDC2-31083D03F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9650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DC202FE-2EA9-5CDC-839D-E91785399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E79064D1-A9A1-A53C-73AC-ADB3A6DA7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2B3F33-3186-6744-1074-D6E2ECEDC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7380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C8D1D6-2391-D3D8-ED6D-C603CC779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364898-CB06-D610-98CC-A2BA55C54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277F0DD-15CB-D8A2-DEFA-00D9C3A23E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C97C262-7128-8B8E-0B2C-65512B79B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A327CF8-5C26-1778-EAAE-E7F7097CA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9914A79-571B-9386-101F-E08FD5F50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287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956169-B4C5-CD2E-54BB-8F7106A08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978DB85-BA10-18E0-099B-188D95C0BD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55A6D68-6328-0CD3-0924-3B15B6537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DCA59C-DA6F-90DF-CE04-86DA433B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6BD91D4-A2FC-8653-5828-04E239BE6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3F8BB2-0841-6DE7-6E03-127872EAF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73784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8FEF4A-D07C-6718-610C-40E864D63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016B2EF-4E3B-4485-2A24-02E13A0BE6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B8E03E0-0EC0-FCA8-4064-71223A4CF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BB6563-F6F6-0ED8-682C-0FD9951E9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CAA690-2FF2-6E13-83F2-D50BB506B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67562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5151634-DA15-A03F-3F5F-7F4B60FB2D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B2D2B3-965B-BFB2-149D-E1C248C911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B01935-BE88-C00B-B543-9910D0B5A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3B9954-3139-B127-741F-B470553A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CD35CF-6005-5BE6-7E99-A26C8B376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9532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44F369A-6BA8-F106-16E1-DF6514E91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CFA2BDF-9307-60CA-20D0-EDA7FF7EA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F75799-1994-FF81-EF7D-A7477F8CD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949FE-4FEA-6F49-86F9-1B7B4A71EC10}" type="datetimeFigureOut">
              <a:rPr kumimoji="1" lang="zh-TW" altLang="en-US" smtClean="0"/>
              <a:t>2026/3/27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1FAA69-232C-6F26-8318-480240139E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588C60-7E55-777C-C463-0A82471703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66A33C-12C6-7C42-830E-C101005AF444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5906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027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11637</TotalTime>
  <Words>0</Words>
  <Application>Microsoft Macintosh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佈景主題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煒傑 陳</dc:creator>
  <cp:lastModifiedBy>煒傑 陳</cp:lastModifiedBy>
  <cp:revision>1</cp:revision>
  <dcterms:created xsi:type="dcterms:W3CDTF">2026-03-27T07:44:36Z</dcterms:created>
  <dcterms:modified xsi:type="dcterms:W3CDTF">2026-04-04T09:42:06Z</dcterms:modified>
</cp:coreProperties>
</file>