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26"/>
  </p:normalViewPr>
  <p:slideViewPr>
    <p:cSldViewPr snapToGrid="0">
      <p:cViewPr>
        <p:scale>
          <a:sx n="147" d="100"/>
          <a:sy n="147" d="100"/>
        </p:scale>
        <p:origin x="-1792" y="-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9E74FC-D508-7A3E-8EA5-4FF880232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DBF751F-6709-CAC3-D10C-CBDD7F3BD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75B5A7-D8CD-4F51-5D3B-D7672A4D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36AC279-A2FE-FEE2-B5D2-CDFD52C0F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5A1A40-1378-6317-6C96-8147273A6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71272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974867-5990-FA9F-31F5-3ECACA237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40515DB-0D1D-DCF8-8730-CBCB8589A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9AF461F-893E-985B-542E-3B7B00A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8BB28E-8B16-0ED5-AA15-730650EC4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2D416A3-8186-39CC-05DD-BC81D786A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45295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DAD881-5658-B83A-4F5D-330509352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4A6EA2B-33F1-16DF-BF88-0154B59178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7A4CFD3-C59D-86D6-B592-D0256C7FF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E9DAB10-A781-8760-F231-FA1F3EE9E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D7FEB5-FCC7-EADC-29E1-3A58E4B9A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4452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698C38-BD73-E6FD-8EFE-CE7F0DC46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43863A-01FC-613E-B9BF-CB540A883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76A811-6762-CEAD-6DB5-D1AA5A46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13BCA30-A661-5606-1F88-59E35CE2F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67C7D15-A5C2-8F44-DC29-52045325D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8932E56-5C7C-5440-78E6-AA405B42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28195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032417-4CAC-51C6-002C-D3DF955B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3532E8F-89AF-4559-194E-A663767FA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A97CB1D-51FD-C2E5-D961-B280F416B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6735973-0A9D-52EB-B0C8-C5DFACBB1E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813AFD1-A01F-DB35-1C65-350830C86E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989E6C0-4543-02C5-5A2A-03EAE3286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340AFB0-3276-EF44-AE51-C644BD687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D45862B-6055-8C85-1C2C-C2334AFD6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3131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47291-593D-D9D4-8E9C-E9646484A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BDB9E4A-ABDF-5597-7819-964B170E0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D65C54A-C359-5FB6-BFD6-85CD43298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959A56-DCA3-C216-0E43-99737C401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30179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6BE0928-2E41-DFE2-5901-02BDA6C2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BD5CFC6-ECF9-B8C8-1302-83A53D6CD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B069E6-3416-B993-A3EB-B0B03001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688251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3325E4-A978-2F7C-D1B4-96BFAD6DB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85FD4D-CED0-D5E1-06A5-0CF112CD8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A100732-0B57-F0E7-A482-D06212CB6B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4BA6F6D-F7DF-3296-1212-A65E51C49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0F453A8-DE71-2FA5-A22E-5986FBA99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25BB4C-2C62-E8DD-CDFB-75BBED25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96089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74C2A5-C2C1-6732-9B42-01803B8D1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702157F-238B-D627-17D9-054689019E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D88EE9E-38E1-9F89-D789-63C4B2D1D6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F376F7A-8EC7-DC72-24C3-005AA4996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3BECB22-1453-C947-204F-2336000B3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D4D681-1A3E-F740-92CE-D3D2CE25B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92471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A8047D-CBBC-589D-D1E1-20705BF7D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94E2D45-13CF-1FD3-9671-82CA274BF1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44A32D-5254-BE3B-824F-1DC3305E8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0B7928-E8F2-938B-1E64-A9CD69B08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FA2E7DC-F83F-7049-1A8D-EDBF8000E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27626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0DE30BA-4B50-DB63-34A3-935CEDC07C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EEEDB31-E8DB-CE32-7D7E-05E5A03305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6E6691E-4E93-FF10-F1B1-22D6A5A00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C2F4F0-83B8-9893-5E76-93970820F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B9FAE1-B23A-0C10-7406-BF67F4061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847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2E59423-FA2E-F8EB-1AE4-EE45A090B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7FEE497-E5DB-F1E2-207B-D250D405F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2BA1A15-4C3D-DFD6-4528-681B10B4E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307BF-59FF-3040-A16F-C43EEB4A0C58}" type="datetimeFigureOut">
              <a:rPr kumimoji="1" lang="zh-TW" altLang="en-US" smtClean="0"/>
              <a:t>2026/3/25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090006-8979-1970-9A6C-88737A15A6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930FF1-873D-7FF8-4A1D-445DBA2B43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C852-6F4D-A043-B258-00DFF1B3516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49743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10CDC27-5CF8-AC64-AEE6-71A0678A00D9}"/>
              </a:ext>
            </a:extLst>
          </p:cNvPr>
          <p:cNvSpPr txBox="1"/>
          <p:nvPr/>
        </p:nvSpPr>
        <p:spPr>
          <a:xfrm>
            <a:off x="4514598" y="2026037"/>
            <a:ext cx="1536526" cy="150321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TW" sz="8800" dirty="0">
                <a:latin typeface="Braggadocio" pitchFamily="82" charset="0"/>
              </a:rPr>
              <a:t>M</a:t>
            </a:r>
            <a:endParaRPr kumimoji="1" lang="zh-TW" altLang="en-US" sz="8800" dirty="0">
              <a:latin typeface="Braggadocio" pitchFamily="8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48445DA-D0AB-8CB1-45F6-0833F8D05A23}"/>
              </a:ext>
            </a:extLst>
          </p:cNvPr>
          <p:cNvSpPr txBox="1"/>
          <p:nvPr/>
        </p:nvSpPr>
        <p:spPr>
          <a:xfrm>
            <a:off x="6025026" y="2022858"/>
            <a:ext cx="1536526" cy="150321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TW" sz="8800" dirty="0">
                <a:latin typeface="Braggadocio" pitchFamily="82" charset="0"/>
              </a:rPr>
              <a:t>O</a:t>
            </a:r>
            <a:endParaRPr kumimoji="1" lang="zh-TW" altLang="en-US" sz="8800" dirty="0">
              <a:latin typeface="Braggadocio" pitchFamily="8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581F87-F2CC-975C-237F-3BCE171B2E5F}"/>
              </a:ext>
            </a:extLst>
          </p:cNvPr>
          <p:cNvSpPr txBox="1"/>
          <p:nvPr/>
        </p:nvSpPr>
        <p:spPr>
          <a:xfrm>
            <a:off x="4598625" y="3429000"/>
            <a:ext cx="1342374" cy="14465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TW" sz="8800" dirty="0">
                <a:latin typeface="Braggadocio" pitchFamily="82" charset="0"/>
              </a:rPr>
              <a:t>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E4D598-AA64-6C24-9D2F-C4A2D91213F5}"/>
              </a:ext>
            </a:extLst>
          </p:cNvPr>
          <p:cNvSpPr txBox="1"/>
          <p:nvPr/>
        </p:nvSpPr>
        <p:spPr>
          <a:xfrm>
            <a:off x="6096000" y="3429000"/>
            <a:ext cx="1342374" cy="14465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TW" sz="8800" dirty="0">
                <a:latin typeface="Braggadocio" pitchFamily="82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5567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13125 " pathEditMode="relative" ptsTypes="AA">
                                      <p:cBhvr>
                                        <p:cTn id="2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13125 " pathEditMode="relative" ptsTypes="AA">
                                      <p:cBhvr>
                                        <p:cTn id="2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3148 " pathEditMode="relative" ptsTypes="AA">
                                      <p:cBhvr>
                                        <p:cTn id="3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3148 " pathEditMode="relative" ptsTypes="AA">
                                      <p:cBhvr>
                                        <p:cTn id="3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8" grpId="0"/>
      <p:bldP spid="8" grpId="1"/>
      <p:bldP spid="9" grpId="0"/>
      <p:bldP spid="9" grpId="1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14394</TotalTime>
  <Words>4</Words>
  <Application>Microsoft Macintosh PowerPoint</Application>
  <PresentationFormat>寬螢幕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Braggadocio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煒傑 陳</dc:creator>
  <cp:lastModifiedBy>煒傑 陳</cp:lastModifiedBy>
  <cp:revision>1</cp:revision>
  <dcterms:created xsi:type="dcterms:W3CDTF">2026-03-25T09:47:50Z</dcterms:created>
  <dcterms:modified xsi:type="dcterms:W3CDTF">2026-04-04T09:42:10Z</dcterms:modified>
</cp:coreProperties>
</file>