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65"/>
    <p:restoredTop sz="94658"/>
  </p:normalViewPr>
  <p:slideViewPr>
    <p:cSldViewPr snapToGrid="0">
      <p:cViewPr>
        <p:scale>
          <a:sx n="116" d="100"/>
          <a:sy n="116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E74FC-D508-7A3E-8EA5-4FF880232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BF751F-6709-CAC3-D10C-CBDD7F3BD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75B5A7-D8CD-4F51-5D3B-D7672A4D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6AC279-A2FE-FEE2-B5D2-CDFD52C0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5A1A40-1378-6317-6C96-8147273A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127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974867-5990-FA9F-31F5-3ECACA23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0515DB-0D1D-DCF8-8730-CBCB8589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AF461F-893E-985B-542E-3B7B00A9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8BB28E-8B16-0ED5-AA15-730650EC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D416A3-8186-39CC-05DD-BC81D786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529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AD881-5658-B83A-4F5D-33050935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A6EA2B-33F1-16DF-BF88-0154B591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A4CFD3-C59D-86D6-B592-D0256C7F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9DAB10-A781-8760-F231-FA1F3EE9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7FEB5-FCC7-EADC-29E1-3A58E4B9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445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98C38-BD73-E6FD-8EFE-CE7F0DC4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43863A-01FC-613E-B9BF-CB540A883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76A811-6762-CEAD-6DB5-D1AA5A462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3BCA30-A661-5606-1F88-59E35CE2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7C7D15-A5C2-8F44-DC29-52045325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932E56-5C7C-5440-78E6-AA405B42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2819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032417-4CAC-51C6-002C-D3DF955B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532E8F-89AF-4559-194E-A663767FA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97CB1D-51FD-C2E5-D961-B280F416B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6735973-0A9D-52EB-B0C8-C5DFACBB1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13AFD1-A01F-DB35-1C65-350830C86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989E6C0-4543-02C5-5A2A-03EAE328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340AFB0-3276-EF44-AE51-C644BD68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D45862B-6055-8C85-1C2C-C2334AFD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131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47291-593D-D9D4-8E9C-E9646484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BDB9E4A-ABDF-5597-7819-964B170E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65C54A-C359-5FB6-BFD6-85CD4329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959A56-DCA3-C216-0E43-99737C4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017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BE0928-2E41-DFE2-5901-02BDA6C2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D5CFC6-ECF9-B8C8-1302-83A53D6C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B069E6-3416-B993-A3EB-B0B03001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882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3325E4-A978-2F7C-D1B4-96BFAD6DB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85FD4D-CED0-D5E1-06A5-0CF112CD8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100732-0B57-F0E7-A482-D06212CB6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BA6F6D-F7DF-3296-1212-A65E51C4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F453A8-DE71-2FA5-A22E-5986FBA9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25BB4C-2C62-E8DD-CDFB-75BBED25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608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74C2A5-C2C1-6732-9B42-01803B8D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702157F-238B-D627-17D9-054689019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88EE9E-38E1-9F89-D789-63C4B2D1D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376F7A-8EC7-DC72-24C3-005AA499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3BECB22-1453-C947-204F-2336000B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D4D681-1A3E-F740-92CE-D3D2CE25B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247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8047D-CBBC-589D-D1E1-20705BF7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4E2D45-13CF-1FD3-9671-82CA274BF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44A32D-5254-BE3B-824F-1DC3305E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B7928-E8F2-938B-1E64-A9CD69B0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A2E7DC-F83F-7049-1A8D-EDBF8000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762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0DE30BA-4B50-DB63-34A3-935CEDC07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EEDB31-E8DB-CE32-7D7E-05E5A0330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E6691E-4E93-FF10-F1B1-22D6A5A0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2F4F0-83B8-9893-5E76-93970820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B9FAE1-B23A-0C10-7406-BF67F406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47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E59423-FA2E-F8EB-1AE4-EE45A090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FEE497-E5DB-F1E2-207B-D250D405F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BA1A15-4C3D-DFD6-4528-681B10B4E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07BF-59FF-3040-A16F-C43EEB4A0C58}" type="datetimeFigureOut">
              <a:rPr kumimoji="1" lang="zh-TW" altLang="en-US" smtClean="0"/>
              <a:t>2026/4/5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090006-8979-1970-9A6C-88737A15A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930FF1-873D-7FF8-4A1D-445DBA2B4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5C852-6F4D-A043-B258-00DFF1B3516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4974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方塊 13">
            <a:extLst>
              <a:ext uri="{FF2B5EF4-FFF2-40B4-BE49-F238E27FC236}">
                <a16:creationId xmlns:a16="http://schemas.microsoft.com/office/drawing/2014/main" id="{F05FE1B1-0EF6-34DA-31FC-0550E885FE7F}"/>
              </a:ext>
            </a:extLst>
          </p:cNvPr>
          <p:cNvSpPr txBox="1"/>
          <p:nvPr/>
        </p:nvSpPr>
        <p:spPr>
          <a:xfrm>
            <a:off x="4711886" y="2344333"/>
            <a:ext cx="1161222" cy="858129"/>
          </a:xfrm>
          <a:custGeom>
            <a:avLst/>
            <a:gdLst/>
            <a:ahLst/>
            <a:cxnLst/>
            <a:rect l="l" t="t" r="r" b="b"/>
            <a:pathLst>
              <a:path w="1161222" h="858129">
                <a:moveTo>
                  <a:pt x="0" y="420086"/>
                </a:moveTo>
                <a:lnTo>
                  <a:pt x="277518" y="858129"/>
                </a:lnTo>
                <a:lnTo>
                  <a:pt x="0" y="858129"/>
                </a:lnTo>
                <a:close/>
                <a:moveTo>
                  <a:pt x="901661" y="0"/>
                </a:moveTo>
                <a:lnTo>
                  <a:pt x="1161222" y="0"/>
                </a:lnTo>
                <a:lnTo>
                  <a:pt x="1161222" y="858129"/>
                </a:lnTo>
                <a:lnTo>
                  <a:pt x="674206" y="858129"/>
                </a:lnTo>
                <a:lnTo>
                  <a:pt x="674206" y="357509"/>
                </a:lnTo>
                <a:close/>
                <a:moveTo>
                  <a:pt x="1089" y="0"/>
                </a:moveTo>
                <a:lnTo>
                  <a:pt x="385805" y="0"/>
                </a:lnTo>
                <a:lnTo>
                  <a:pt x="642101" y="408115"/>
                </a:lnTo>
                <a:lnTo>
                  <a:pt x="359141" y="851599"/>
                </a:lnTo>
                <a:lnTo>
                  <a:pt x="1089" y="2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TW" altLang="en-US" sz="8800" dirty="0">
              <a:latin typeface="Braggadocio" pitchFamily="82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311430E-0984-938E-492D-BF581A639F48}"/>
              </a:ext>
            </a:extLst>
          </p:cNvPr>
          <p:cNvSpPr txBox="1"/>
          <p:nvPr/>
        </p:nvSpPr>
        <p:spPr>
          <a:xfrm>
            <a:off x="6274847" y="2335713"/>
            <a:ext cx="1057289" cy="867923"/>
          </a:xfrm>
          <a:custGeom>
            <a:avLst/>
            <a:gdLst/>
            <a:ahLst/>
            <a:cxnLst/>
            <a:rect l="l" t="t" r="r" b="b"/>
            <a:pathLst>
              <a:path w="1057289" h="867923">
                <a:moveTo>
                  <a:pt x="564831" y="0"/>
                </a:moveTo>
                <a:lnTo>
                  <a:pt x="608363" y="0"/>
                </a:lnTo>
                <a:cubicBezTo>
                  <a:pt x="670397" y="0"/>
                  <a:pt x="728802" y="10883"/>
                  <a:pt x="783580" y="32649"/>
                </a:cubicBezTo>
                <a:cubicBezTo>
                  <a:pt x="839447" y="55503"/>
                  <a:pt x="887514" y="86157"/>
                  <a:pt x="927781" y="124611"/>
                </a:cubicBezTo>
                <a:cubicBezTo>
                  <a:pt x="968411" y="163790"/>
                  <a:pt x="1000153" y="209680"/>
                  <a:pt x="1023008" y="262281"/>
                </a:cubicBezTo>
                <a:cubicBezTo>
                  <a:pt x="1045862" y="314883"/>
                  <a:pt x="1057289" y="371475"/>
                  <a:pt x="1057289" y="432057"/>
                </a:cubicBezTo>
                <a:cubicBezTo>
                  <a:pt x="1057289" y="493728"/>
                  <a:pt x="1046225" y="550682"/>
                  <a:pt x="1024096" y="602921"/>
                </a:cubicBezTo>
                <a:cubicBezTo>
                  <a:pt x="1001241" y="656974"/>
                  <a:pt x="969862" y="703589"/>
                  <a:pt x="929958" y="742768"/>
                </a:cubicBezTo>
                <a:cubicBezTo>
                  <a:pt x="888965" y="783398"/>
                  <a:pt x="841261" y="814234"/>
                  <a:pt x="786845" y="835274"/>
                </a:cubicBezTo>
                <a:cubicBezTo>
                  <a:pt x="732430" y="857040"/>
                  <a:pt x="674024" y="867923"/>
                  <a:pt x="611628" y="867923"/>
                </a:cubicBezTo>
                <a:lnTo>
                  <a:pt x="564831" y="867923"/>
                </a:lnTo>
                <a:close/>
                <a:moveTo>
                  <a:pt x="453280" y="0"/>
                </a:moveTo>
                <a:lnTo>
                  <a:pt x="491370" y="0"/>
                </a:lnTo>
                <a:lnTo>
                  <a:pt x="491370" y="867923"/>
                </a:lnTo>
                <a:lnTo>
                  <a:pt x="425528" y="867923"/>
                </a:lnTo>
                <a:cubicBezTo>
                  <a:pt x="348258" y="867923"/>
                  <a:pt x="277156" y="848334"/>
                  <a:pt x="212220" y="809155"/>
                </a:cubicBezTo>
                <a:cubicBezTo>
                  <a:pt x="147284" y="770701"/>
                  <a:pt x="95590" y="717737"/>
                  <a:pt x="57137" y="650262"/>
                </a:cubicBezTo>
                <a:cubicBezTo>
                  <a:pt x="19046" y="583150"/>
                  <a:pt x="0" y="510778"/>
                  <a:pt x="0" y="433145"/>
                </a:cubicBezTo>
                <a:cubicBezTo>
                  <a:pt x="0" y="371837"/>
                  <a:pt x="11246" y="314339"/>
                  <a:pt x="33738" y="260649"/>
                </a:cubicBezTo>
                <a:cubicBezTo>
                  <a:pt x="56592" y="206596"/>
                  <a:pt x="87972" y="160525"/>
                  <a:pt x="127876" y="122434"/>
                </a:cubicBezTo>
                <a:cubicBezTo>
                  <a:pt x="169232" y="83255"/>
                  <a:pt x="217662" y="53145"/>
                  <a:pt x="273165" y="32105"/>
                </a:cubicBezTo>
                <a:cubicBezTo>
                  <a:pt x="329757" y="10701"/>
                  <a:pt x="389795" y="0"/>
                  <a:pt x="4532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TW" altLang="en-US" sz="8800" dirty="0">
              <a:latin typeface="Braggadocio" pitchFamily="8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49CD96A-9E9C-EAFD-3F95-00C66C8008A8}"/>
              </a:ext>
            </a:extLst>
          </p:cNvPr>
          <p:cNvSpPr txBox="1"/>
          <p:nvPr/>
        </p:nvSpPr>
        <p:spPr>
          <a:xfrm>
            <a:off x="4760975" y="3718962"/>
            <a:ext cx="1066540" cy="858129"/>
          </a:xfrm>
          <a:custGeom>
            <a:avLst/>
            <a:gdLst/>
            <a:ahLst/>
            <a:cxnLst/>
            <a:rect l="l" t="t" r="r" b="b"/>
            <a:pathLst>
              <a:path w="1066540" h="858129">
                <a:moveTo>
                  <a:pt x="563742" y="0"/>
                </a:moveTo>
                <a:lnTo>
                  <a:pt x="701957" y="0"/>
                </a:lnTo>
                <a:cubicBezTo>
                  <a:pt x="747303" y="0"/>
                  <a:pt x="783761" y="544"/>
                  <a:pt x="811332" y="1633"/>
                </a:cubicBezTo>
                <a:cubicBezTo>
                  <a:pt x="840353" y="2721"/>
                  <a:pt x="863752" y="5079"/>
                  <a:pt x="881528" y="8707"/>
                </a:cubicBezTo>
                <a:cubicBezTo>
                  <a:pt x="900029" y="12334"/>
                  <a:pt x="916716" y="17232"/>
                  <a:pt x="931590" y="23399"/>
                </a:cubicBezTo>
                <a:cubicBezTo>
                  <a:pt x="962788" y="36821"/>
                  <a:pt x="988363" y="54234"/>
                  <a:pt x="1008315" y="75637"/>
                </a:cubicBezTo>
                <a:cubicBezTo>
                  <a:pt x="1026091" y="94501"/>
                  <a:pt x="1039876" y="116268"/>
                  <a:pt x="1049671" y="140936"/>
                </a:cubicBezTo>
                <a:cubicBezTo>
                  <a:pt x="1059103" y="165967"/>
                  <a:pt x="1063819" y="191723"/>
                  <a:pt x="1063819" y="218205"/>
                </a:cubicBezTo>
                <a:cubicBezTo>
                  <a:pt x="1063819" y="281327"/>
                  <a:pt x="1042778" y="333385"/>
                  <a:pt x="1000697" y="374377"/>
                </a:cubicBezTo>
                <a:cubicBezTo>
                  <a:pt x="988000" y="387074"/>
                  <a:pt x="975666" y="397050"/>
                  <a:pt x="963695" y="404306"/>
                </a:cubicBezTo>
                <a:cubicBezTo>
                  <a:pt x="952812" y="410836"/>
                  <a:pt x="933948" y="420268"/>
                  <a:pt x="907103" y="432602"/>
                </a:cubicBezTo>
                <a:cubicBezTo>
                  <a:pt x="929957" y="440220"/>
                  <a:pt x="947189" y="447294"/>
                  <a:pt x="958797" y="453824"/>
                </a:cubicBezTo>
                <a:cubicBezTo>
                  <a:pt x="971494" y="461079"/>
                  <a:pt x="983103" y="469967"/>
                  <a:pt x="993623" y="480487"/>
                </a:cubicBezTo>
                <a:cubicBezTo>
                  <a:pt x="1042234" y="524019"/>
                  <a:pt x="1066540" y="584239"/>
                  <a:pt x="1066540" y="661146"/>
                </a:cubicBezTo>
                <a:lnTo>
                  <a:pt x="1066540" y="858129"/>
                </a:lnTo>
                <a:lnTo>
                  <a:pt x="563742" y="858129"/>
                </a:lnTo>
                <a:close/>
                <a:moveTo>
                  <a:pt x="0" y="0"/>
                </a:moveTo>
                <a:lnTo>
                  <a:pt x="490282" y="0"/>
                </a:lnTo>
                <a:lnTo>
                  <a:pt x="490282" y="858129"/>
                </a:lnTo>
                <a:lnTo>
                  <a:pt x="0" y="8581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altLang="zh-TW" sz="8800" dirty="0">
              <a:latin typeface="Braggadocio" pitchFamily="82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415A45D-3B0D-F7A4-AFF1-12534F653B37}"/>
              </a:ext>
            </a:extLst>
          </p:cNvPr>
          <p:cNvSpPr txBox="1"/>
          <p:nvPr/>
        </p:nvSpPr>
        <p:spPr>
          <a:xfrm>
            <a:off x="6330063" y="3718962"/>
            <a:ext cx="902749" cy="858129"/>
          </a:xfrm>
          <a:custGeom>
            <a:avLst/>
            <a:gdLst/>
            <a:ahLst/>
            <a:cxnLst/>
            <a:rect l="l" t="t" r="r" b="b"/>
            <a:pathLst>
              <a:path w="902749" h="858129">
                <a:moveTo>
                  <a:pt x="494091" y="434778"/>
                </a:moveTo>
                <a:lnTo>
                  <a:pt x="494091" y="840172"/>
                </a:lnTo>
                <a:lnTo>
                  <a:pt x="812420" y="580611"/>
                </a:lnTo>
                <a:close/>
                <a:moveTo>
                  <a:pt x="496267" y="19046"/>
                </a:moveTo>
                <a:lnTo>
                  <a:pt x="496267" y="424439"/>
                </a:lnTo>
                <a:lnTo>
                  <a:pt x="811332" y="255208"/>
                </a:lnTo>
                <a:close/>
                <a:moveTo>
                  <a:pt x="0" y="0"/>
                </a:moveTo>
                <a:lnTo>
                  <a:pt x="900573" y="0"/>
                </a:lnTo>
                <a:lnTo>
                  <a:pt x="900573" y="323227"/>
                </a:lnTo>
                <a:lnTo>
                  <a:pt x="814597" y="258473"/>
                </a:lnTo>
                <a:lnTo>
                  <a:pt x="814597" y="578435"/>
                </a:lnTo>
                <a:lnTo>
                  <a:pt x="902749" y="507151"/>
                </a:lnTo>
                <a:lnTo>
                  <a:pt x="902749" y="858129"/>
                </a:lnTo>
                <a:lnTo>
                  <a:pt x="0" y="8581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altLang="zh-TW" sz="8800" dirty="0">
              <a:latin typeface="Braggadocio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73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14550</TotalTime>
  <Words>0</Words>
  <Application>Microsoft Macintosh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Braggadocio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煒傑 陳</dc:creator>
  <cp:lastModifiedBy>煒傑 陳</cp:lastModifiedBy>
  <cp:revision>2</cp:revision>
  <dcterms:created xsi:type="dcterms:W3CDTF">2026-03-25T09:47:50Z</dcterms:created>
  <dcterms:modified xsi:type="dcterms:W3CDTF">2026-04-05T08:27:40Z</dcterms:modified>
</cp:coreProperties>
</file>