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8"/>
  </p:normalViewPr>
  <p:slideViewPr>
    <p:cSldViewPr snapToGrid="0">
      <p:cViewPr varScale="1">
        <p:scale>
          <a:sx n="116" d="100"/>
          <a:sy n="116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E374C-A74C-23B9-4186-83BD23735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FD73F8-B4BC-C301-C9B1-180B82BC0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9A3A22-18DF-13BB-A767-E08F4D77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310D3B-ABE1-0C79-89F3-6E9116BC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7D5981-B65C-1578-FE49-4C66F3F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973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6B90A-5D26-B158-100F-EAA9F093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C59490-C1B5-E6C8-CD10-55A943029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C178E6-F417-56BC-49D7-2380D3D1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CF8798-E53A-74B0-F854-4969AB13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02360C-CB26-005C-9726-F1C326ED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402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152CBF-87BD-05DB-D609-1E003D8D3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0631AC-8274-4243-33AF-4BFFB851E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3826CD-E287-51CC-6A3A-4594847C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A39B74-C3F2-7C1B-23EC-C7676F92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BC8963-13FD-06B1-CF6D-1B5D2E67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779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A6E63B-99AE-6EED-3B39-FF612D03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31C804-E89D-6D14-B6E1-EBB01AF73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1EBBE4-1278-9A79-C3DF-524154EDA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005814-1DC0-D6EE-64A8-EA8032D9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434811-7601-1344-40F6-40694D40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9B3971-7DE0-63C5-7B69-5310894E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984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7C99CA-5B80-6833-5B4D-60419689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382550-9C2C-6B77-2CD1-AB0ACA843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617C2F-3A92-03BF-39C0-4A8214C65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06D596-23BC-4E83-F082-477C2C20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49F506-A697-AF5C-295B-F49F1ADF4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40C7CEE-6FB3-F985-12A2-1DEB74EF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3E39398-6EB0-7F23-A1A9-6035ACEC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8E087B-BC60-E837-2D7E-9643EC55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575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EFB1-48D0-1EEF-8195-4F9E8BCD1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70B3626-BE18-C012-5D30-BD7B9775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844086-5A7D-BD48-A21C-805B74D2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406A39-6550-3684-380D-81211423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929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16E55FC-08DC-21FD-8665-27B61DEA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AF40B5F-B7B4-48F9-0AD4-E2FE0C86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E18982-04C7-9654-948A-E9318368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747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EF9C7C-648D-397B-879B-FECE421E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D38DF3-7FD1-A5D3-FB55-4CD8980C6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40B2981-D0BD-73A1-79AD-35510F159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678986-DDDB-AFF7-4788-DDD124A7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CBAE96-90D0-991F-A14B-AECD2536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C7BD84-D43E-77A5-1227-18FC7795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609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A0A81-A387-9273-BEE1-EB2B7F42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822BACA-0B25-048C-8F77-F1DC35B54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61702F-930D-E8F0-793C-CCD943095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5CB70C-FAC2-2B3D-47EE-90E03A55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9A7411-B6B9-AE17-9DF7-F567613F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5B08F0-0C37-2C87-36BA-95FBBF26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388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6C939-1565-57B6-A7C5-ABF68346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E4C44E3-B651-7B09-7D19-9B7589045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1B9165-781D-1B83-3031-BE59F49F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FBFC73-D644-4D87-790F-556D37AB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6C5183-E59C-31DF-CEA3-39A433BD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905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05B3F89-0A05-02F0-C640-B468D1235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2E6CEE-70CE-0EA4-5989-94681846F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BA98CE-53D6-4826-1FC2-7925D095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13086C-8126-F1EB-A9D5-6EB85CE1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FB7874-3550-C5E4-F143-439D5EF6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772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121D15-EC9F-A7EF-26A5-AE65DC0AA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ABA556-A2F5-F4C0-0815-FD13E8C0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6746D1-B46D-FA43-EA21-10A2A75FA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6CD4D-1FAE-6B44-A340-7D8CC976F738}" type="datetimeFigureOut">
              <a:rPr kumimoji="1" lang="zh-TW" altLang="en-US" smtClean="0"/>
              <a:t>2026/2/18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3985E7-23FF-93EF-334F-EE24C7B2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01884C-7489-AE0D-28CE-5ACCC38D1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D6734-8CC3-C24F-9B78-7B9E9DC7122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550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64B5F3B8-0DE0-1AF4-1BEE-9D5B01E4ADA1}"/>
              </a:ext>
            </a:extLst>
          </p:cNvPr>
          <p:cNvSpPr txBox="1"/>
          <p:nvPr/>
        </p:nvSpPr>
        <p:spPr>
          <a:xfrm>
            <a:off x="-79639885" y="4549676"/>
            <a:ext cx="91831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TW" sz="7200" b="1" dirty="0">
                <a:latin typeface="Braggadocio" pitchFamily="82" charset="0"/>
                <a:ea typeface="Lantinghei TC Demibold" panose="03000509000000000000" pitchFamily="66" charset="-120"/>
              </a:rPr>
              <a:t>MOMOMOMOMOMOMOMOMOMOMOMOMOMOMOMOMOMOMOMOMOMOMOMOMOMOMOMOMOMOMOMOMOMOMOMOMOMOMOMOMOMO</a:t>
            </a:r>
            <a:endParaRPr kumimoji="1" lang="zh-TW" altLang="en-US" sz="7200" b="1" dirty="0">
              <a:latin typeface="Braggadocio" pitchFamily="82" charset="0"/>
              <a:ea typeface="Lantinghei TC Demibold" panose="03000509000000000000" pitchFamily="66" charset="-120"/>
            </a:endParaRPr>
          </a:p>
          <a:p>
            <a:pPr algn="r"/>
            <a:endParaRPr kumimoji="1" lang="zh-TW" altLang="en-US" sz="7200" b="1" dirty="0">
              <a:latin typeface="Braggadocio" pitchFamily="82" charset="0"/>
              <a:ea typeface="Lantinghei TC Demibold" panose="03000509000000000000" pitchFamily="66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4747A53-5763-C75A-F6F9-B7B9165E6431}"/>
              </a:ext>
            </a:extLst>
          </p:cNvPr>
          <p:cNvSpPr txBox="1"/>
          <p:nvPr/>
        </p:nvSpPr>
        <p:spPr>
          <a:xfrm>
            <a:off x="0" y="911670"/>
            <a:ext cx="91831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7200" b="1" dirty="0">
                <a:latin typeface="Braggadocio" pitchFamily="82" charset="0"/>
                <a:ea typeface="Lantinghei TC Demibold" panose="03000509000000000000" pitchFamily="66" charset="-120"/>
              </a:rPr>
              <a:t>MOMOMOMOMOMOMOMOMOMOMOMOMOMOMOMOMOMOMOMOMOMOMOMOMOMOMOMOMOMOMOMOMOMOMOMOMOMOMOMOMOMO</a:t>
            </a:r>
            <a:endParaRPr kumimoji="1" lang="zh-TW" altLang="en-US" sz="7200" b="1" dirty="0">
              <a:latin typeface="Braggadocio" pitchFamily="82" charset="0"/>
              <a:ea typeface="Lantinghei TC Demibold" panose="03000509000000000000" pitchFamily="66" charset="-120"/>
            </a:endParaRPr>
          </a:p>
          <a:p>
            <a:endParaRPr kumimoji="1" lang="zh-TW" altLang="en-US" sz="7200" b="1" dirty="0">
              <a:latin typeface="Braggadocio" pitchFamily="82" charset="0"/>
              <a:ea typeface="Lantinghei TC Demibold" panose="03000509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191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2673</TotalTime>
  <Words>2</Words>
  <Application>Microsoft Macintosh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Braggadocio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煒傑 陳</dc:creator>
  <cp:lastModifiedBy>煒傑 陳</cp:lastModifiedBy>
  <cp:revision>2</cp:revision>
  <dcterms:created xsi:type="dcterms:W3CDTF">2025-12-26T07:21:00Z</dcterms:created>
  <dcterms:modified xsi:type="dcterms:W3CDTF">2026-02-20T06:39:30Z</dcterms:modified>
</cp:coreProperties>
</file>